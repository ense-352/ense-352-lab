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5"/>
    <p:restoredTop sz="62162" autoAdjust="0"/>
  </p:normalViewPr>
  <p:slideViewPr>
    <p:cSldViewPr>
      <p:cViewPr varScale="1">
        <p:scale>
          <a:sx n="111" d="100"/>
          <a:sy n="111" d="100"/>
        </p:scale>
        <p:origin x="235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9FA25-9753-4428-AC81-B3C055A2879D}" type="datetimeFigureOut">
              <a:rPr lang="en-CA" smtClean="0"/>
              <a:pPr/>
              <a:t>2023-07-17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EFD793-7F3F-4486-8120-047A9C9F0DE7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FD793-7F3F-4486-8120-047A9C9F0DE7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15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FD793-7F3F-4486-8120-047A9C9F0DE7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233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FD793-7F3F-4486-8120-047A9C9F0DE7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987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FD793-7F3F-4486-8120-047A9C9F0DE7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4983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FD793-7F3F-4486-8120-047A9C9F0DE7}" type="slidenum">
              <a:rPr lang="en-CA" smtClean="0"/>
              <a:pPr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5344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FD793-7F3F-4486-8120-047A9C9F0DE7}" type="slidenum">
              <a:rPr lang="en-CA" smtClean="0"/>
              <a:pPr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8133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FD793-7F3F-4486-8120-047A9C9F0DE7}" type="slidenum">
              <a:rPr lang="en-CA" smtClean="0"/>
              <a:pPr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3270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828" y="838200"/>
            <a:ext cx="7851648" cy="533400"/>
          </a:xfrm>
        </p:spPr>
        <p:txBody>
          <a:bodyPr>
            <a:normAutofit/>
          </a:bodyPr>
          <a:lstStyle/>
          <a:p>
            <a:pPr algn="l"/>
            <a:r>
              <a:rPr lang="en-CA" sz="3200" dirty="0"/>
              <a:t>Building a 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828" y="1402466"/>
            <a:ext cx="7854696" cy="53340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Create a new Project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D160F0F-B627-BA79-C87C-9259E11CB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35866"/>
            <a:ext cx="7391400" cy="45089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828" y="838200"/>
            <a:ext cx="7851648" cy="533400"/>
          </a:xfrm>
        </p:spPr>
        <p:txBody>
          <a:bodyPr>
            <a:normAutofit/>
          </a:bodyPr>
          <a:lstStyle/>
          <a:p>
            <a:pPr algn="l"/>
            <a:r>
              <a:rPr lang="en-CA" sz="3200" dirty="0"/>
              <a:t>Building a 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828" y="1402466"/>
            <a:ext cx="7854696" cy="807334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Select CMSIS - Core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Select Device - Startup</a:t>
            </a:r>
            <a:br>
              <a:rPr lang="en-US" dirty="0"/>
            </a:b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F7F4231-481A-2549-6513-B09A3C2EC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28" y="2057400"/>
            <a:ext cx="5381572" cy="440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7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962" y="808299"/>
            <a:ext cx="7851648" cy="533400"/>
          </a:xfrm>
        </p:spPr>
        <p:txBody>
          <a:bodyPr>
            <a:normAutofit/>
          </a:bodyPr>
          <a:lstStyle/>
          <a:p>
            <a:pPr algn="l"/>
            <a:r>
              <a:rPr lang="en-CA" sz="3200" dirty="0"/>
              <a:t>Building a 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828" y="1402466"/>
            <a:ext cx="7854696" cy="654934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Rename the target if you like and create a </a:t>
            </a:r>
            <a:r>
              <a:rPr lang="en-US" dirty="0" err="1"/>
              <a:t>src</a:t>
            </a:r>
            <a:r>
              <a:rPr lang="en-US" dirty="0"/>
              <a:t> folder.</a:t>
            </a:r>
            <a:br>
              <a:rPr lang="en-US" dirty="0"/>
            </a:b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94786C4D-A4DD-3E2F-0D03-6340584A5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28" y="1861870"/>
            <a:ext cx="7057972" cy="453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2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962" y="808299"/>
            <a:ext cx="7851648" cy="533400"/>
          </a:xfrm>
        </p:spPr>
        <p:txBody>
          <a:bodyPr>
            <a:normAutofit/>
          </a:bodyPr>
          <a:lstStyle/>
          <a:p>
            <a:pPr algn="l"/>
            <a:r>
              <a:rPr lang="en-CA" sz="3200" dirty="0"/>
              <a:t>Building a 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828" y="1402466"/>
            <a:ext cx="7854696" cy="654934"/>
          </a:xfrm>
        </p:spPr>
        <p:txBody>
          <a:bodyPr>
            <a:normAutofit fontScale="775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Right click on the target and Add Group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Name the group include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027DBA5-3837-42AB-8773-C8781E8F9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28" y="2118167"/>
            <a:ext cx="6937403" cy="445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96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962" y="808299"/>
            <a:ext cx="7851648" cy="533400"/>
          </a:xfrm>
        </p:spPr>
        <p:txBody>
          <a:bodyPr>
            <a:normAutofit/>
          </a:bodyPr>
          <a:lstStyle/>
          <a:p>
            <a:pPr algn="l"/>
            <a:r>
              <a:rPr lang="en-CA" sz="3200" dirty="0"/>
              <a:t>Building a 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828" y="1402466"/>
            <a:ext cx="7854696" cy="654934"/>
          </a:xfrm>
        </p:spPr>
        <p:txBody>
          <a:bodyPr>
            <a:normAutofit fontScale="925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Look at the startup code.  It should look familiar to you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182928F-5C74-B7F1-02BE-49C6BD505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2" y="1905000"/>
            <a:ext cx="6860238" cy="470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962" y="808299"/>
            <a:ext cx="7851648" cy="533400"/>
          </a:xfrm>
        </p:spPr>
        <p:txBody>
          <a:bodyPr>
            <a:normAutofit/>
          </a:bodyPr>
          <a:lstStyle/>
          <a:p>
            <a:pPr algn="l"/>
            <a:r>
              <a:rPr lang="en-CA" sz="3200" dirty="0"/>
              <a:t>Building a 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828" y="1402466"/>
            <a:ext cx="7854696" cy="654934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Declaring a global variable in a header file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EC3F90E-6F22-2451-303B-49E5A464B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21" y="1999279"/>
            <a:ext cx="6816679" cy="46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4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962" y="808299"/>
            <a:ext cx="7851648" cy="533400"/>
          </a:xfrm>
        </p:spPr>
        <p:txBody>
          <a:bodyPr>
            <a:normAutofit/>
          </a:bodyPr>
          <a:lstStyle/>
          <a:p>
            <a:pPr algn="l"/>
            <a:r>
              <a:rPr lang="en-CA" sz="3200" dirty="0"/>
              <a:t>Building a 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828" y="1402466"/>
            <a:ext cx="7854696" cy="654934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Defining a global variable and a local variable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BC2EB82-F524-FD93-4484-79604BFEB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1" y="1905000"/>
            <a:ext cx="6751191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11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4292</TotalTime>
  <Words>101</Words>
  <Application>Microsoft Macintosh PowerPoint</Application>
  <PresentationFormat>On-screen Show (4:3)</PresentationFormat>
  <Paragraphs>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Constantia</vt:lpstr>
      <vt:lpstr>Wingdings 2</vt:lpstr>
      <vt:lpstr>Flow</vt:lpstr>
      <vt:lpstr>Building a C Project</vt:lpstr>
      <vt:lpstr>Building a C Project</vt:lpstr>
      <vt:lpstr>Building a C Project</vt:lpstr>
      <vt:lpstr>Building a C Project</vt:lpstr>
      <vt:lpstr>Building a C Project</vt:lpstr>
      <vt:lpstr>Building a C Project</vt:lpstr>
      <vt:lpstr>Building a C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 274 Lab 1</dc:title>
  <dc:creator>tdouglas</dc:creator>
  <cp:lastModifiedBy>Trevor Douglas</cp:lastModifiedBy>
  <cp:revision>358</cp:revision>
  <dcterms:created xsi:type="dcterms:W3CDTF">2006-08-16T00:00:00Z</dcterms:created>
  <dcterms:modified xsi:type="dcterms:W3CDTF">2023-07-17T21:46:50Z</dcterms:modified>
</cp:coreProperties>
</file>